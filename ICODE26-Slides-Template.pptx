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4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963D"/>
    <a:srgbClr val="776612"/>
    <a:srgbClr val="FDDB89"/>
    <a:srgbClr val="FCECAE"/>
    <a:srgbClr val="AA988F"/>
    <a:srgbClr val="BE7C26"/>
    <a:srgbClr val="F7C05A"/>
    <a:srgbClr val="BF5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2"/>
    <p:restoredTop sz="94976" autoAdjust="0"/>
  </p:normalViewPr>
  <p:slideViewPr>
    <p:cSldViewPr snapToGrid="0">
      <p:cViewPr varScale="1">
        <p:scale>
          <a:sx n="75" d="100"/>
          <a:sy n="75" d="100"/>
        </p:scale>
        <p:origin x="10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0D744-E84F-6343-A86E-B978A19DD840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8C1E9-10D7-BC49-9440-411BDAEE25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08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6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A4AEA7-C69E-EC95-FA96-07651E7F961E}"/>
              </a:ext>
            </a:extLst>
          </p:cNvPr>
          <p:cNvSpPr/>
          <p:nvPr userDrawn="1"/>
        </p:nvSpPr>
        <p:spPr>
          <a:xfrm>
            <a:off x="0" y="5873610"/>
            <a:ext cx="12192000" cy="984390"/>
          </a:xfrm>
          <a:prstGeom prst="rect">
            <a:avLst/>
          </a:prstGeom>
          <a:solidFill>
            <a:srgbClr val="BE7C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23CD2-D686-F273-ACE8-AC6A5193C3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3032" y="3601484"/>
            <a:ext cx="10420768" cy="1488697"/>
          </a:xfrm>
        </p:spPr>
        <p:txBody>
          <a:bodyPr anchor="b"/>
          <a:lstStyle>
            <a:lvl1pPr algn="l">
              <a:defRPr sz="28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907D2-0D25-00D2-327C-3DF761F69F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3032" y="5195330"/>
            <a:ext cx="10420768" cy="47847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A7B7-97FF-9CD1-FD2F-BCF95653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602" y="6470650"/>
            <a:ext cx="885024" cy="365125"/>
          </a:xfrm>
        </p:spPr>
        <p:txBody>
          <a:bodyPr/>
          <a:lstStyle/>
          <a:p>
            <a:fld id="{2CA05847-19ED-4347-AEF2-B952E6249A27}" type="datetime1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DF7C-F842-163C-A5D7-8DC89EC5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logo of university of moratuna&#10;&#10;Description automatically generated">
            <a:extLst>
              <a:ext uri="{FF2B5EF4-FFF2-40B4-BE49-F238E27FC236}">
                <a16:creationId xmlns:a16="http://schemas.microsoft.com/office/drawing/2014/main" id="{10FCD895-49D4-2C2B-0DDA-EB174522DF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810152"/>
            <a:ext cx="993179" cy="1047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5BC98-C9BE-F182-327E-BA1B46C3C367}"/>
              </a:ext>
            </a:extLst>
          </p:cNvPr>
          <p:cNvSpPr txBox="1"/>
          <p:nvPr userDrawn="1"/>
        </p:nvSpPr>
        <p:spPr>
          <a:xfrm>
            <a:off x="5062822" y="6078801"/>
            <a:ext cx="349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1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Distance Learning</a:t>
            </a:r>
            <a:endParaRPr lang="en-US" sz="16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38F87-AB65-252B-4161-C4F3025B79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2189" b="28622"/>
          <a:stretch>
            <a:fillRect/>
          </a:stretch>
        </p:blipFill>
        <p:spPr>
          <a:xfrm>
            <a:off x="0" y="0"/>
            <a:ext cx="12192000" cy="3174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CC698-00FA-02AC-2EC8-E03C42F083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8490" y="6097902"/>
            <a:ext cx="555310" cy="555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8C88C4-B11C-9D28-79DC-BE2A7143E42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92998" y="6089239"/>
            <a:ext cx="547928" cy="5479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CDFCA1-516B-CA9E-9106-61501DE8953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376" y="6146958"/>
            <a:ext cx="3949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8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6725CB-DD15-E2D5-8817-D451B2847E89}"/>
              </a:ext>
            </a:extLst>
          </p:cNvPr>
          <p:cNvSpPr/>
          <p:nvPr userDrawn="1"/>
        </p:nvSpPr>
        <p:spPr>
          <a:xfrm>
            <a:off x="0" y="6386513"/>
            <a:ext cx="12247233" cy="471487"/>
          </a:xfrm>
          <a:prstGeom prst="rect">
            <a:avLst/>
          </a:prstGeom>
          <a:solidFill>
            <a:srgbClr val="D89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97062-BBA5-C8F4-B8C5-FC4B9E6AC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773" y="6467507"/>
            <a:ext cx="333792" cy="333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66E85E-58C5-3FDA-6529-8BC9EE028F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2337" y="6478912"/>
            <a:ext cx="329714" cy="329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B0DD7-EFDB-94C9-A0F9-DFF7316946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428" y="6464962"/>
            <a:ext cx="337679" cy="337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678ECB-9A15-B439-AF83-8F512B9DD0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52765" y="6467688"/>
            <a:ext cx="2848362" cy="32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6F693-A763-0D6D-D42F-7AAE7F4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</p:spPr>
        <p:txBody>
          <a:bodyPr>
            <a:normAutofit/>
          </a:bodyPr>
          <a:lstStyle>
            <a:lvl1pPr>
              <a:defRPr sz="32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FEBE-C4E2-45C5-F282-8D45A264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718"/>
            <a:ext cx="10515600" cy="4881245"/>
          </a:xfrm>
        </p:spPr>
        <p:txBody>
          <a:bodyPr/>
          <a:lstStyle>
            <a:lvl1pPr>
              <a:defRPr sz="2400" b="0" i="0">
                <a:latin typeface="Helvetica Light" panose="020B0403020202020204" pitchFamily="34" charset="0"/>
              </a:defRPr>
            </a:lvl1pPr>
            <a:lvl2pPr>
              <a:defRPr sz="2000" b="0" i="0">
                <a:latin typeface="Helvetica Light" panose="020B0403020202020204" pitchFamily="34" charset="0"/>
              </a:defRPr>
            </a:lvl2pPr>
            <a:lvl3pPr>
              <a:defRPr sz="1600" b="0" i="0">
                <a:latin typeface="Helvetica Light" panose="020B0403020202020204" pitchFamily="34" charset="0"/>
              </a:defRPr>
            </a:lvl3pPr>
            <a:lvl4pPr>
              <a:defRPr sz="1400" b="0" i="0">
                <a:latin typeface="Helvetica Light" panose="020B0403020202020204" pitchFamily="34" charset="0"/>
              </a:defRPr>
            </a:lvl4pPr>
            <a:lvl5pPr>
              <a:defRPr sz="12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35BE-12FB-ABC9-1582-FEA1C5A9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858B1FD3-4AEA-41A5-943D-86B4B96C521D}" type="datetime1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F0D1-18D2-E00A-1709-989FADF3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BF95-FD3F-9D31-E0D8-D1B7C1BE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19E0-AD3E-C694-05D7-9C8811DCBB6C}"/>
              </a:ext>
            </a:extLst>
          </p:cNvPr>
          <p:cNvSpPr txBox="1"/>
          <p:nvPr userDrawn="1"/>
        </p:nvSpPr>
        <p:spPr>
          <a:xfrm>
            <a:off x="4346425" y="6456645"/>
            <a:ext cx="349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 Distance Learning</a:t>
            </a:r>
            <a:endParaRPr lang="en-US" sz="10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2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B7258-7DF7-6F12-F6A4-FA86F20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92C8-15D6-5420-8CC6-1FE77A02D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9B64-BBDE-4ED8-6931-53EFBEE50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BE1F675-7703-4C18-A059-3C6B370B5644}" type="datetime1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9463-8263-DA6C-1CA8-766FCBB6B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67D-10E4-C059-B683-7A8710201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3855B9-DB2C-F27C-5B9D-47B7497314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E15B6C6-B1A2-75CE-4997-9076D57665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532A-0E1B-B62C-36B8-F727E515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4077-899A-4B14-AB6E-0313F990C7DA}" type="datetime1">
              <a:rPr lang="en-US" smtClean="0"/>
              <a:t>7/30/2026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5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D428C3-C6C5-C588-F0A8-8EC4D0B8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D189A8-9DF0-4A7D-5611-C7570DD55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3696D-E439-FAD9-193F-773219E8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7/30/2026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E16CE-D55E-7594-4432-6B8D8E7A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7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81E57-4904-1121-F3DD-3562012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736"/>
            <a:ext cx="10515600" cy="595322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6600" i="1" noProof="0" dirty="0">
                <a:latin typeface="PT Serif" panose="020A0603040505020204" pitchFamily="18" charset="77"/>
              </a:rPr>
              <a:t>Thank you for your attention.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1A926-1169-9624-491B-7194F47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1DE-ACE6-410C-A367-B03B5EAE8009}" type="datetime1">
              <a:rPr lang="en-US" smtClean="0"/>
              <a:t>7/30/2026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A65A1-14CD-5290-6306-74B3982D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4232</TotalTime>
  <Words>13</Words>
  <Application>Microsoft Office PowerPoint</Application>
  <PresentationFormat>Widescreen</PresentationFormat>
  <Paragraphs>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Batang</vt:lpstr>
      <vt:lpstr>Arial</vt:lpstr>
      <vt:lpstr>Calibri</vt:lpstr>
      <vt:lpstr>Calibri Light</vt:lpstr>
      <vt:lpstr>Helvetica Light</vt:lpstr>
      <vt:lpstr>PT Serif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Janithapriya Buddhika K. PATHIRAGE DON</dc:creator>
  <cp:lastModifiedBy>Jageshkar Sivahar</cp:lastModifiedBy>
  <cp:revision>43</cp:revision>
  <dcterms:created xsi:type="dcterms:W3CDTF">2023-10-19T00:48:35Z</dcterms:created>
  <dcterms:modified xsi:type="dcterms:W3CDTF">2026-07-30T08:08:26Z</dcterms:modified>
</cp:coreProperties>
</file>